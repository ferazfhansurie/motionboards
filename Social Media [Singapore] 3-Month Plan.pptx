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9144000" cy="109728"/>
          </a:xfrm>
          <a:prstGeom prst="rect">
            <a:avLst/>
          </a:prstGeom>
          <a:solidFill>
            <a:srgbClr val="9B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BC93C"/>
                </a:solidFill>
                <a:latin typeface="Arial"/>
              </a:rPr>
              <a:t>FatHopes Energy — Singapore</a:t>
            </a:r>
          </a:p>
          <a:p>
            <a:pPr algn="l">
              <a:spcAft>
                <a:spcPts val="1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3-Month Social Media Content Plan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3CB"/>
                </a:solidFill>
                <a:latin typeface="Arial"/>
              </a:rPr>
              <a:t>3 posts / week  ·  2 posters + 1 video  ·  all English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79D"/>
                </a:solidFill>
                <a:latin typeface="Arial"/>
              </a:rPr>
              <a:t>Tone: professional and credible, warm and human — not stiff.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5371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AA79D"/>
                </a:solidFill>
                <a:latin typeface="Arial"/>
              </a:rPr>
              <a:t>Get Paid For Your Used Cooking Oil  —  Proper · Licensed · Documented   |   WhatsApp Henry +65 9869 3768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B3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MONTH 1 — INTRODUCTION &amp; VALUE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9F5F1"/>
                </a:solidFill>
                <a:latin typeface="Arial"/>
              </a:rPr>
              <a:t>Launch the brand and prove used oil has real value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F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39A"/>
                </a:solidFill>
                <a:latin typeface="Arial"/>
              </a:rPr>
              <a:t>[Wk 1 · VIDEO] FatHopes Energy Is Now In Singapore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FatHopes Energy Is Now In Singapore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Brand film: real tanker at the depot, high standards, done properly, paid fairly, refined into cleaner fuel. The 15s SG launch spot.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FB39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Singapore runs on high standards — used cooking oil deserves the same.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FatHopes Energy has arrived in Singapore. We collect used cooking oil from F&amp;B businesses, fully licensed and documented, pay you fairly, and refine it into cleaner fuel.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Turn a disposal cost into value.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#FatHopesEnergy #SustainableSingapore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1 · POSTER] Get Paid For Your Used Cooking Oil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Get Paid For Your Used Cooking 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Hero launch poster. Loop logo, tagline Proper / Licensed / Documented, Henry's number.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Your used cooking oil is an asset, not a waste.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FatHopes collects it — free, licensed, documented — and pays you for it. Now operating in Singapore.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#UsedCookingOil #FnBSingapore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1 · POSTER] A Cost You Can Turn Into Income   ·  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A Cost You Can Turn Into Income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Simple, witty contrast: a disposal invoice reframed as a payment to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Right now, getting rid of used cooking oil is something you pay for.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With FatHopes, it becomes something that pays you. Same oil, better outcome.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#WasteToWealth #FnBSingapore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F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39A"/>
                </a:solidFill>
                <a:latin typeface="Arial"/>
              </a:rPr>
              <a:t>[Wk 2 · VIDEO] We Asked F&amp;B Owners About Their Used Oil   ·  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We Asked F&amp;B Owners About Their Used 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Clean vox-pop across Singapore kitchens; genuine reactions when they learn it has value. Polished edit, not slapstick.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FB39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We spoke to F&amp;B operators across Singapore about how they handle used cooking oil. Most didn't realise it holds real value.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It does — and collection is free.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#SGFnB #UsedCookingOil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2 · POSTER] How Much Is Your Used Oil Worth?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How Much Is Your Used Oil Worth?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Infographic: litres per month turned into a dollar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A busy kitchen can produce hundreds of litres of used cooking oil a month. Collected properly, that's recurring income — not a disposal bill.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Find out what yours is worth.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#WasteToWealth #FnBSingapore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2 · POSTER] Down The Drain, Or Into Your Account?   ·  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Down The Drain, Or Into Your Account?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Clean split visual: drain vs a payment notification.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Same used oil. Two very different outcomes.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One costs you. One pays you.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#UsedCookingOil #FnBSingapore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F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39A"/>
                </a:solidFill>
                <a:latin typeface="Arial"/>
              </a:rPr>
              <a:t>[Wk 3 · VIDEO] Where Your Used Cooking Oil Goes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Where Your Used Cooking Oil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Traceability film: collection, facility, refining, into sustainable aviation fuel. Every step accounted for.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FB39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From collection to refining to sustainable aviation fuel — here is the journey your used cooking oil takes with FatHopes.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Fully traceable, every step.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#SAF #SustainableAviation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3 · POSTER] Used Cooking Oil To Sustainable Aviation Fuel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Used Cooking Oil To Sustainable Aviation Fuel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Clean chain graphic: kitchen to refinery to aircraft.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Used cooking oil is one of the cleanest feedstocks for sustainable aviation fuel.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The oil from your kitchen can help power cleaner flights.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#SAF #WasteToWealth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3 · POSTER] From The Fryer To The Flight Path   ·  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From The Fryer To The Flight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Elegant, slightly playful visual pairing food and aviation.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It sounds far-fetched, but it is real: your kitchen's used oil can help aircraft fly cleaner.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Waste, reimagined.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#SAF #SGFood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F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39A"/>
                </a:solidFill>
                <a:latin typeface="Arial"/>
              </a:rPr>
              <a:t>[Wk 4 · VIDEO] The Three Questions Every F&amp;B Owner Asks   ·  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The Three Questions Every F&amp;B Owner Asks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Answered plainly, with a light touch: Is it free? Do you really pay? How much hassle?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FB39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"Is it really free?" "Do you actually pay?" "How much trouble is it?"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Free. Yes. None. Here's how simple working with FatHopes is.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#FnBSingapore #UsedCookingOil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4 · POSTER] Three Steps. Zero Hassle.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Three Steps. Zero Hassle.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Numbered process card.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1. Request a collection.  2. We collect, free.  3. You get paid.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That is the entire process.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#FnBSingapore #WasteToWealth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4 · POSTER] Every Collection, Documented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Every Collection, Documented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Trust and standards. Licensed and recorded, full traceability.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With FatHopes, every collection is licensed and recorded — proper paperwork, full traceability.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The professional way to handle used cooking oil.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#Licensed #FoodSafety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B3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MONTH 2 — TRUST &amp; STANDARDS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9F5F1"/>
                </a:solidFill>
                <a:latin typeface="Arial"/>
              </a:rPr>
              <a:t>Build credibility: proper, licensed, documented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F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39A"/>
                </a:solidFill>
                <a:latin typeface="Arial"/>
              </a:rPr>
              <a:t>[Wk 5 · VIDEO] The Used Cooking Oil Problem Worth Talking About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The Used Cooking Oil Problem Worth Talking 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Educational, tasteful: improperly handled oil can re-enter the food chain illegally. Responsible, traceable collection matters.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FB39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Used cooking oil that isn't handled responsibly can end up back in the food chain illegally.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FatHopes ensures every drop is tracked and refined into fuel — never back into food.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#FoodSafety #Licensed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5 · POSTER] Do You Know Where Your Used Oil Ends Up?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Do You Know Where Your Used Oil Ends Up?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Awareness. A question over a clean, considered visual.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If you can't trace where your used oil goes, that's a risk to your business and your reputation.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FatHopes gives you full traceability.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#FoodSafety #SGFnB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5 · POSTER] Choosing A Collector? Ask Three Things.   ·  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Choosing A Collector? Ask Three Things.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Witty but professional checklist framing.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Licensed? Documented? Pays fairly and on time?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If it isn't yes to all three, it isn't a partner — it's a risk.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#Licensed #UsedCookingOil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F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39A"/>
                </a:solidFill>
                <a:latin typeface="Arial"/>
              </a:rPr>
              <a:t>[Wk 6 · VIDEO] The Honest Questions We Hear   ·  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The Honest Questions We 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Relatable, clean montage of real questions, answered straight.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FB39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"Too troublesome." "Does it smell?" "Who actually pays for oil?"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The honest questions we hear — and the honest answers.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#SGFnB #FnBSingapore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6 · POSTER] Audit-Ready Documentation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Audit-Ready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For hotels and F&amp;B groups; supports sustainability reporting.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For hotels and F&amp;B groups: FatHopes provides proper records for every collection, making sustainability reporting straightforward.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#Sustainability #ESG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6 · POSTER] From Disposal Cost To Monthly Income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From Disposal Cost To Monthly Income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Testimonial card (insert real partner quote and name once available).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"We used to pay to dispose of it. Now it's steady monthly income." — a Singapore F&amp;B partner.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Your turn.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#WasteToWealth #FnBSingapore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F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39A"/>
                </a:solidFill>
                <a:latin typeface="Arial"/>
              </a:rPr>
              <a:t>[Wk 7 · VIDEO] Inside The Process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Inside The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Behind the scenes: receiving, testing, refining. Professionalism and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FB39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Receiving, testing, refining — a look inside how FatHopes handles used cooking oil to a proper standard.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#BehindTheScenes #Sustainability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7 · POSTER] We Come To You   ·  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We Come To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The convenience, stated cleanly.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No drop-offs. No admin. No cost.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We handle collection on your schedule — you simply get paid.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#FreeCollection #FnBSingapore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7 · POSTER] Paid Promptly, Every Time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Paid Promptly, Every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Reliability and payment standard.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Reliable collection. Prompt payment. No chasing invoices.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That's the standard we hold.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#InstantPayment #WasteToWealth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F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39A"/>
                </a:solidFill>
                <a:latin typeface="Arial"/>
              </a:rPr>
              <a:t>[Wk 8 · VIDEO] Not All Used Oil Is Equal   ·  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Not All Used Oil Is Equal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Light educational: what affects the value of used oil, and why it is always worth collecting.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FB39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Cleaner used oil holds more value. Here's what affects the worth of yours — and why it is always worth collecting properly.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#UsedCookingOil #SGFnB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8 · POSTER] Small Kitchens, Real Impact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Small Kitchens, Real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Impact framing.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Every litre collected keeps our drains cleaner and moves us closer to cleaner skies.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Small kitchens, real impact.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#Sustainability #SAF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8 · POSTER] You're In Good Company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You're In Good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Social proof.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From hawker stalls to hotel kitchens, F&amp;B businesses across Singapore are already turning used oil into value with FatHopes.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#FnBSingapore #WasteToWealth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B3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MONTH 3 — SUSTAINABILITY &amp; PARTNERSHIP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9F5F1"/>
                </a:solidFill>
                <a:latin typeface="Arial"/>
              </a:rPr>
              <a:t>Convert: cleaner skies, proof, and a clear invitation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F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39A"/>
                </a:solidFill>
                <a:latin typeface="Arial"/>
              </a:rPr>
              <a:t>[Wk 9 · VIDEO] Cleaner Skies Start In The Kitchen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Cleaner Skies Start In The Kitchen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Evergreen SAF context: as Singapore advances toward cleaner aviation, used cooking oil becomes a valuable resource.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FB39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As Singapore advances toward cleaner aviation, used cooking oil becomes a valuable resource.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Your kitchen has a role in that future.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#SAF #SustainableSingapore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9 · POSTER] Among The Cleanest Sources Of Jet Fuel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Among The Cleanest Sources Of Jet Fuel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SAF fact poster.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Used cooking oil is among the cleanest feedstocks for sustainable aviation fuel — an everyday kitchen by-product, helping power cleaner flight.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#SAF #WasteToWealth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9 · POSTER] Your Kitchen, Part Of The Supply Chain   ·  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Your Kitchen, Part Of The Supply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Quietly proud, understated.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There's something quietly satisfying about your kitchen contributing to cleaner aviation.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Now it can — and it pays.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#SGFood #SAF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F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39A"/>
                </a:solidFill>
                <a:latin typeface="Arial"/>
              </a:rPr>
              <a:t>[Wk 10 · VIDEO] The Moment It Clicks   ·  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The Moment It Clicks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Warm, tasteful reactions to a first payment.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FB39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There's a moment when it clicks — the oil you used to pay to remove is now paying you.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We see it often.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#WasteToWealth #FnBSingapore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10 · POSTER] The Maths Is Simple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The Maths Is Simple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Case-study numbers (insert real figure).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One Singapore restaurant turned a monthly disposal cost into steady monthly income.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The numbers speak for themselves.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#WasteToWealth #FnBSingapore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10 · POSTER] From Cost Centre To Revenue Line   ·  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From Cost Centre To Revenue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Finance-framed, light.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The best kind of operational win: something you already produce, now working for you instead of against you.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#FnBSingapore #WasteToWealth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F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39A"/>
                </a:solidFill>
                <a:latin typeface="Arial"/>
              </a:rPr>
              <a:t>[Wk 11 · VIDEO] Why Singapore Kitchens Choose FatHopes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Why Singapore Kitchens Choose FatHopes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Social-proof montage: licensed, documented, reliable, paid fairly and on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FB39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Licensed. Documented. Reliable. Paid fairly and on time.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The reasons Singapore F&amp;B businesses trust FatHopes with their used cooking oil.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#Licensed #FnBSingapore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11 · POSTER] Five Reasons To Make The Switch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Five Reasons To Make The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Benefits recap.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Fair payout. Prompt payment. Free collection. Proper records. A cleaner planet.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Five reasons to make the switch.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#WasteToWealth #Sustainability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11 · POSTER] A Resource, Not A Cost   ·  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A Resource, Not A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Reframing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A small shift in thinking, a real shift in your bottom line.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Used cooking oil is worth collecting properly.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#UsedCookingOil #FnBSingapore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F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39A"/>
                </a:solidFill>
                <a:latin typeface="Arial"/>
              </a:rPr>
              <a:t>[Wk 12 · VIDEO] Cleaner Skies Start In The Kitchen — Thank You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Cleaner Skies Start In The Kitchen —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Warm brand recap and invitation.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FB39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Cleaner skies start in the kitchen. Thank you to the Singapore businesses turning used oil into value with us.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Ready to begin? We'd be glad to help.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#FatHopesEnergy #SustainableSingapore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12 · POSTER] Arrange Your First Free Collection   ·  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Arrange Your First Free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Direct CTA poster: logo and Henry's number.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Your first collection is free. Turn used cooking oil from a cost into income — we'll arrange everything.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#WasteToWealth #FnBSingapore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7A1A"/>
                </a:solidFill>
                <a:latin typeface="Arial"/>
              </a:rPr>
              <a:t>[Wk 12 · POSTER] A Revenue Line That Runs Itself   ·  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B2621"/>
                </a:solidFill>
                <a:latin typeface="Arial"/>
              </a:rPr>
              <a:t>A Revenue Line That Runs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574F"/>
                </a:solidFill>
                <a:latin typeface="Arial"/>
              </a:rPr>
              <a:t>CONCEPT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74F"/>
                </a:solidFill>
                <a:latin typeface="Arial"/>
              </a:rPr>
              <a:t>Effortless-close framing.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77A1A"/>
                </a:solidFill>
                <a:latin typeface="Arial"/>
              </a:rPr>
              <a:t>CAPTION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2621"/>
                </a:solidFill>
                <a:latin typeface="Arial"/>
              </a:rPr>
              <a:t>You already produce it. We collect it, document it, and pay you for it.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About as effortless as new revenue gets.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A574F"/>
                </a:solidFill>
                <a:latin typeface="Arial"/>
              </a:rPr>
              <a:t>WhatsApp Henry: +65 9869 3768   #FnBSingapore #WasteToWealth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