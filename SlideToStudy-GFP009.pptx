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822960"/>
            <a:ext cx="2377440" cy="2377440"/>
          </a:xfrm>
          <a:prstGeom prst="ellipse">
            <a:avLst/>
          </a:prstGeom>
          <a:solidFill>
            <a:srgbClr val="1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4937760"/>
            <a:ext cx="1554480" cy="1554480"/>
          </a:xfrm>
          <a:prstGeom prst="ellipse">
            <a:avLst/>
          </a:prstGeom>
          <a:solidFill>
            <a:srgbClr val="1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005840"/>
            <a:ext cx="2688336" cy="329184"/>
          </a:xfrm>
          <a:prstGeom prst="round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05840"/>
            <a:ext cx="2688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GFP 009  ·  DIGITAL CREATIVITY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7373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000" b="1">
                <a:solidFill>
                  <a:srgbClr val="FFFFFF"/>
                </a:solidFill>
                <a:latin typeface="Segoe UI Semibold"/>
              </a:rPr>
              <a:t>SlideTo</a:t>
            </a:r>
            <a:r>
              <a:rPr sz="7000" b="1">
                <a:solidFill>
                  <a:srgbClr val="34D399"/>
                </a:solidFill>
                <a:latin typeface="Segoe UI Semibold"/>
              </a:rPr>
              <a:t>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CDD2EC"/>
                </a:solidFill>
                <a:latin typeface="Segoe UI"/>
              </a:rPr>
              <a:t>Drop in a 60-slide lecture PDF — get a 1-page revision sheet + an instant quiz. Study smart, not all night.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1258214" cy="32918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25821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1130"/>
                </a:solidFill>
                <a:latin typeface="Segoe UI Semibold"/>
              </a:rPr>
              <a:t>AMPLIFY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931920"/>
            <a:ext cx="2099462" cy="329184"/>
          </a:xfrm>
          <a:prstGeom prst="roundRect">
            <a:avLst/>
          </a:prstGeom>
          <a:solidFill>
            <a:srgbClr val="1A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931920"/>
            <a:ext cx="209946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DD2EC"/>
                </a:solidFill>
                <a:latin typeface="Segoe UI Semibold"/>
              </a:rPr>
              <a:t>FOR UNIVERSITY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 Semibold"/>
              </a:rPr>
              <a:t>PREPARED BY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Aisyatun Nabiha</a:t>
            </a:r>
            <a:r>
              <a:rPr sz="1500" b="0">
                <a:solidFill>
                  <a:srgbClr val="64748B"/>
                </a:solidFill>
                <a:latin typeface="Segoe UI"/>
              </a:rPr>
              <a:t>    ·    Ahli Kumpulan 2    ·    Ahli Kumpulan 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Universiti Malaya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2015337" cy="329184"/>
          </a:xfrm>
          <a:prstGeom prst="round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201533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1130"/>
                </a:solidFill>
                <a:latin typeface="Segoe UI Semibold"/>
              </a:rPr>
              <a:t>TUGASAN 1  ·  40 MARKS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73152" cy="8412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505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01 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night-before-exam 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00984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198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02  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5818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Issue, significance, 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70248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270248"/>
            <a:ext cx="73152" cy="8412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03  Use of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274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Old study tools vs AI today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39512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239512"/>
            <a:ext cx="73152" cy="8412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583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04  Future Reflection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9671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Where ed-tech is heading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783080"/>
            <a:ext cx="2015337" cy="329184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783080"/>
            <a:ext cx="201533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1130"/>
                </a:solidFill>
                <a:latin typeface="Segoe UI Semibold"/>
              </a:rPr>
              <a:t>TUGASAN 2  ·  60 MARKS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33172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331720"/>
            <a:ext cx="73152" cy="8412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4505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05  Project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788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Timeline, sustainability, money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300984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300984"/>
            <a:ext cx="73152" cy="8412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4198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06  Designing &amp; Building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75818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Design loop + how we build 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270248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270248"/>
            <a:ext cx="73152" cy="8412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389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07  Storyboard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274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How a student uses SlideToStudy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239512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239512"/>
            <a:ext cx="73152" cy="8412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3583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08  Peer Eval · Conclusion · Docs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9671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Improvements &amp;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1A1E4A"/>
                </a:solidFill>
                <a:latin typeface="Segoe UI Semi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TUGASAN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703320"/>
            <a:ext cx="1280160" cy="54864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931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DD2EC"/>
                </a:solidFill>
                <a:latin typeface="Segoe UI"/>
              </a:rPr>
              <a:t>Problem &amp; Justification  ·  40 marks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1 · INTRODUCTION (5%)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It's 2 a.m. before the exam — and the slides are 60 pages deep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E293B"/>
                </a:solidFill>
                <a:latin typeface="Segoe UI Semibold"/>
              </a:rPr>
              <a:t>The reality:  </a:t>
            </a:r>
            <a:r>
              <a:rPr sz="1400">
                <a:solidFill>
                  <a:srgbClr val="64748B"/>
                </a:solidFill>
                <a:latin typeface="Segoe UI"/>
              </a:rPr>
              <a:t>lecturers upload dense 40–80 slide decks per topic. Before exams, students must wade through hundreds of slides.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E293B"/>
                </a:solidFill>
                <a:latin typeface="Segoe UI Semibold"/>
              </a:rPr>
              <a:t>The crunch:  </a:t>
            </a:r>
            <a:r>
              <a:rPr sz="1400">
                <a:solidFill>
                  <a:srgbClr val="64748B"/>
                </a:solidFill>
                <a:latin typeface="Segoe UI"/>
              </a:rPr>
              <a:t>there's no time to summarise, no easy way to know what matters, and no quick way to self-test.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E293B"/>
                </a:solidFill>
                <a:latin typeface="Segoe UI Semibold"/>
              </a:rPr>
              <a:t>The result:  </a:t>
            </a:r>
            <a:r>
              <a:rPr sz="1400">
                <a:solidFill>
                  <a:srgbClr val="64748B"/>
                </a:solidFill>
                <a:latin typeface="Segoe UI"/>
              </a:rPr>
              <a:t>passive re-reading, cramming, anxiety — and poor recall in the exam hall.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E293B"/>
                </a:solidFill>
                <a:latin typeface="Segoe UI Semibold"/>
              </a:rPr>
              <a:t>Our answer:  </a:t>
            </a:r>
            <a:r>
              <a:rPr sz="1400">
                <a:solidFill>
                  <a:srgbClr val="64748B"/>
                </a:solidFill>
                <a:latin typeface="Segoe UI"/>
              </a:rPr>
              <a:t>SlideToStudy — upload the lecture file and instantly get a clean 1-page revision sheet plus an auto-generated quiz to test yourself.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4023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4023360" cy="64008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SlideToStudy  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697480"/>
            <a:ext cx="3474720" cy="640080"/>
          </a:xfrm>
          <a:prstGeom prst="roundRect">
            <a:avLst/>
          </a:prstGeom>
          <a:solidFill>
            <a:srgbClr val="EC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69748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Segoe UI"/>
              </a:rPr>
              <a:t>📄 Lecture-Topic-3.pdf  (62 slides)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34747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→ 1-page revision 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8404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→ 10-question quiz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434840"/>
            <a:ext cx="3474720" cy="59436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434840"/>
            <a:ext cx="3474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1130"/>
                </a:solidFill>
                <a:latin typeface="Segoe UI Semibold"/>
              </a:rPr>
              <a:t>Ready in 20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521208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Study time cut from hours to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2A · PROBLEM STATEMENT (10%)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The issue — history &amp;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Lecture overload:  </a:t>
            </a:r>
            <a:r>
              <a:rPr sz="1350">
                <a:solidFill>
                  <a:srgbClr val="64748B"/>
                </a:solidFill>
                <a:latin typeface="Segoe UI"/>
              </a:rPr>
              <a:t>slide decks have ballooned; a single semester course can mean 800+ slides to revise.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Shift online:  </a:t>
            </a:r>
            <a:r>
              <a:rPr sz="1350">
                <a:solidFill>
                  <a:srgbClr val="64748B"/>
                </a:solidFill>
                <a:latin typeface="Segoe UI"/>
              </a:rPr>
              <a:t>post-pandemic, most material is digital PDFs/PPTs — but tools to study them stayed the same.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Cramming culture:  </a:t>
            </a:r>
            <a:r>
              <a:rPr sz="1350">
                <a:solidFill>
                  <a:srgbClr val="64748B"/>
                </a:solidFill>
                <a:latin typeface="Segoe UI"/>
              </a:rPr>
              <a:t>research shows students rely on last-minute passive re-reading, the weakest study method.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Active recall works:  </a:t>
            </a:r>
            <a:r>
              <a:rPr sz="1350">
                <a:solidFill>
                  <a:srgbClr val="64748B"/>
                </a:solidFill>
                <a:latin typeface="Segoe UI"/>
              </a:rPr>
              <a:t>self-testing &amp; summarising boost retention — but they're time-consuming to do by hand.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Existing apps fall short:  </a:t>
            </a:r>
            <a:r>
              <a:rPr sz="1350">
                <a:solidFill>
                  <a:srgbClr val="64748B"/>
                </a:solidFill>
                <a:latin typeface="Segoe UI"/>
              </a:rPr>
              <a:t>Quizlet/flashcards need manual input; generic AI chatbots don't fit a full lecture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42062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1828800"/>
            <a:ext cx="73152" cy="1920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993392"/>
            <a:ext cx="3749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References to cite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Studies on active recall &amp;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spaced repetition (Dunlosky et al.)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Cognitive-load theory (Sweller)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Reports on student exam stress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931920"/>
            <a:ext cx="42062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3931920"/>
            <a:ext cx="73152" cy="19202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4096512"/>
            <a:ext cx="3749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The core problem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Students have no fast way to turn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 huge lecture deck into a focused,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testable study aid — so they cram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passively and remember little.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2B · 2C · 2D · PROBLEM STATEMENT (10%)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Significance, justification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1206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73152" cy="1874519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66344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b · Significance to our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250" b="1">
                <a:solidFill>
                  <a:srgbClr val="1E293B"/>
                </a:solidFill>
                <a:latin typeface="Segoe UI Semibold"/>
              </a:rPr>
              <a:t>We live it:  </a:t>
            </a:r>
            <a:r>
              <a:rPr sz="1250">
                <a:solidFill>
                  <a:srgbClr val="64748B"/>
                </a:solidFill>
                <a:latin typeface="Segoe UI"/>
              </a:rPr>
              <a:t>every team member has pulled an all-nighter on a slide dump.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250" b="1">
                <a:solidFill>
                  <a:srgbClr val="1E293B"/>
                </a:solidFill>
                <a:latin typeface="Segoe UI Semibold"/>
              </a:rPr>
              <a:t>Universal:  </a:t>
            </a:r>
            <a:r>
              <a:rPr sz="1250">
                <a:solidFill>
                  <a:srgbClr val="64748B"/>
                </a:solidFill>
                <a:latin typeface="Segoe UI"/>
              </a:rPr>
              <a:t>it affects every student in every faculty, not just 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0749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1874519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993392"/>
            <a:ext cx="461772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c · Justification — why solve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250" b="1">
                <a:solidFill>
                  <a:srgbClr val="1E293B"/>
                </a:solidFill>
                <a:latin typeface="Segoe UI Semibold"/>
              </a:rPr>
              <a:t>Better grades &amp; less stress:  </a:t>
            </a:r>
            <a:r>
              <a:rPr sz="1250">
                <a:solidFill>
                  <a:srgbClr val="64748B"/>
                </a:solidFill>
                <a:latin typeface="Segoe UI"/>
              </a:rPr>
              <a:t>active recall is proven to work.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250" b="1">
                <a:solidFill>
                  <a:srgbClr val="1E293B"/>
                </a:solidFill>
                <a:latin typeface="Segoe UI Semibold"/>
              </a:rPr>
              <a:t>Time saved:  </a:t>
            </a:r>
            <a:r>
              <a:rPr sz="1250">
                <a:solidFill>
                  <a:srgbClr val="64748B"/>
                </a:solidFill>
                <a:latin typeface="Segoe UI"/>
              </a:rPr>
              <a:t>hours of manual summarising →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2688336" cy="329184"/>
          </a:xfrm>
          <a:prstGeom prst="round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2688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d · PROJECT OBJECTIVES (SMART)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5420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26280"/>
            <a:ext cx="2542032" cy="4572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 Semibold"/>
              </a:rPr>
              <a:t>O1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2176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Turn any lecture PDF/PPT into a 1-page revision sheet in under 30s.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11296" y="4526280"/>
            <a:ext cx="25420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11296" y="4526280"/>
            <a:ext cx="2542032" cy="4572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45262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 Semibold"/>
              </a:rPr>
              <a:t>O2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5074920"/>
            <a:ext cx="2176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Auto-generate a quiz (MCQ + flashcards) from the same deck.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526280"/>
            <a:ext cx="25420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526280"/>
            <a:ext cx="2542032" cy="4572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45262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 Semibold"/>
              </a:rPr>
              <a:t>O3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5074920"/>
            <a:ext cx="2176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Highlight the highest-yield concepts students must not miss.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4526280"/>
            <a:ext cx="25420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4526280"/>
            <a:ext cx="2542032" cy="4572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45262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 Semibold"/>
              </a:rPr>
              <a:t>O4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5074920"/>
            <a:ext cx="2176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Run free on any phone or laptop — no cost barrier for students.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3 · USE OF TECHNOLOGY (10%)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From highlighters to AI study engines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E293B"/>
                </a:solidFill>
                <a:latin typeface="Segoe UI Semibold"/>
              </a:rPr>
              <a:t>Previously used:  </a:t>
            </a:r>
            <a:r>
              <a:rPr sz="1300">
                <a:solidFill>
                  <a:srgbClr val="64748B"/>
                </a:solidFill>
                <a:latin typeface="Segoe UI"/>
              </a:rPr>
              <a:t>printed notes, highlighters, manual flashcards, Quizlet, Anki — all need hours of manual input.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E293B"/>
                </a:solidFill>
                <a:latin typeface="Segoe UI Semibold"/>
              </a:rPr>
              <a:t>Current new tech:  </a:t>
            </a:r>
            <a:r>
              <a:rPr sz="1300">
                <a:solidFill>
                  <a:srgbClr val="64748B"/>
                </a:solidFill>
                <a:latin typeface="Segoe UI"/>
              </a:rPr>
              <a:t>LLMs (Claude) that summarise &amp; generate questions, PDF/PPT text extraction, and adaptive quiz engines.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83080"/>
            <a:ext cx="1678838" cy="32918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783080"/>
            <a:ext cx="167883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1130"/>
                </a:solidFill>
                <a:latin typeface="Segoe UI Semibold"/>
              </a:rPr>
              <a:t>THE INNOVATION GAP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35040" y="2240280"/>
          <a:ext cx="5486399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065"/>
                <a:gridCol w="1396538"/>
                <a:gridCol w="1695796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Capability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Existing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SlideToStudy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Reads a full lecture deck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Auto-makes a summary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Auto-generates a quiz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Zero manual input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Free for students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" y="420624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Why the table matters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This 'existing vs ours' comparison is where the rubric awards Ideation / product-innovation marks. SlideToStudy isn't another flashcard app — it removes the manual work entirely.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4 · FUTURE REFLECTION (5%)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Where this technology is heading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20240"/>
            <a:ext cx="73152" cy="246888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84832"/>
            <a:ext cx="2148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Personalised tutors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AI that adapts to how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each student learns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and forgets.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5304" y="192024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75304" y="1920240"/>
            <a:ext cx="73152" cy="2468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2084832"/>
            <a:ext cx="2148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Spaced repetition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Quizzes that resurface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weak topics at the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perfect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92024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920240"/>
            <a:ext cx="73152" cy="2468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84832"/>
            <a:ext cx="2148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LMS integration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Built into Spectrum 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Google Classroom so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decks auto-convert.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192024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9992" y="1920240"/>
            <a:ext cx="73152" cy="24688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084832"/>
            <a:ext cx="2148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Voice &amp; mobile-first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Revise by listening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on the bus, hands-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free, before class.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Adoption outlook:</a:t>
            </a:r>
            <a:r>
              <a:rPr sz="1300" b="0">
                <a:solidFill>
                  <a:srgbClr val="64748B"/>
                </a:solidFill>
                <a:latin typeface="Segoe UI"/>
              </a:rPr>
              <a:t>  as universities digitise everything and AI gets cheaper, an auto-study tool moves from a side hack to a standard part of the student toolkit — eventually bundled into the LMS itself.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1A1E4A"/>
                </a:solidFill>
                <a:latin typeface="Segoe UI Semi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TUGASAN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703320"/>
            <a:ext cx="12801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931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DD2EC"/>
                </a:solidFill>
                <a:latin typeface="Segoe UI"/>
              </a:rPr>
              <a:t>Solution, Build &amp; Project Management  ·  60 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4A · PROJECT MANAGEMENT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Timeline — mapped to the course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74519"/>
          <a:ext cx="10515599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759"/>
                <a:gridCol w="1752600"/>
                <a:gridCol w="5257800"/>
                <a:gridCol w="186944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Phase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Course weeks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Activity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AMPLIFY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Define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1–2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Problem research, references, objectives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A · Ask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Map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3–4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Survey study tools, build gap table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M · Map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Ideate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5–6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Concept sketches, choose features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P · Picture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Prototype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7–9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Build upload → summary → quiz pipeline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L · Layout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10–11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Trial with students, peer evaluation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I · Iterate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Finalise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12–13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Report, e-portfolio, presentation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F · Finalise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4B · 4C · 4D · PROJECT MANAGEMENT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Sustainability, commercialisation &amp; creativity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73152" cy="402336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292608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b · Sustainability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No further funding needed: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Free LLM &amp; hosting tiers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Open-source PDF parsers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Student-club maintained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Users keep their own files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Scales with usage, not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73152" cy="40233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993392"/>
            <a:ext cx="292608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c · Commercialisation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Freemium model: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Free: 3 decks / month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Pro: unlimited + flashcard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  export (student price)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Campus licence for faculties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Partner with student unions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28800"/>
            <a:ext cx="73152" cy="402336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1993392"/>
            <a:ext cx="292608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d · Others (creativity)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Make it sticky: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Study streaks &amp; badges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'Exam countdown' mode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Share quiz with classmates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Group study leaderboard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Dark-mode 2 a.m.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5A · PROCESS (30)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Designing the solution — the design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  <p:sp>
        <p:nvSpPr>
          <p:cNvPr id="9" name="Oval 8"/>
          <p:cNvSpPr/>
          <p:nvPr/>
        </p:nvSpPr>
        <p:spPr>
          <a:xfrm>
            <a:off x="1508760" y="2011680"/>
            <a:ext cx="640080" cy="640080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34640"/>
            <a:ext cx="1993392" cy="54864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Pin the problem &amp; student needs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34640" y="3520440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66744" y="201168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80944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80944" y="2834640"/>
            <a:ext cx="1993392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8104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IDEATE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4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Choose features that matter most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92624" y="3520440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4728" y="2011680"/>
            <a:ext cx="640080" cy="6400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4728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8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2834640"/>
            <a:ext cx="1993392" cy="54864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6088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Build the upload→study pipeline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50608" y="3520440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82712" y="201168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2712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96912" y="2834640"/>
            <a:ext cx="1993392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34072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4072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Trial with real students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308592" y="3520440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0696" y="2011680"/>
            <a:ext cx="640080" cy="640080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0696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54896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54896" y="2834640"/>
            <a:ext cx="1993392" cy="54864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92056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EVALUATE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92056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Measure recall &amp; refine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Define → Ideate → Prototype → Test → Evaluate. </a:t>
            </a:r>
            <a:r>
              <a:rPr sz="1300" b="0">
                <a:solidFill>
                  <a:srgbClr val="64748B"/>
                </a:solidFill>
                <a:latin typeface="Segoe UI"/>
              </a:rPr>
              <a:t>Testing with real students before exams feeds straight back into the next build. The next two slides show exactly HOW we build the prototype.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5A · HOW WE BUILD IT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The pipeline: from lecture file to study 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2103120" cy="5029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1 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0604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Student drops a PDF / PPT lecture file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24912" y="2788920"/>
            <a:ext cx="146304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196596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1965960"/>
            <a:ext cx="2103120" cy="5029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19659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2  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60604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Parser pulls all text, headings &amp; structure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82896" y="2788920"/>
            <a:ext cx="146304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56048" y="196596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6048" y="1965960"/>
            <a:ext cx="2103120" cy="50292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9659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3  AI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60604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LLM (Claude API) summarises + writes quiz Qs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40880" y="2788920"/>
            <a:ext cx="146304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14032" y="196596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14032" y="1965960"/>
            <a:ext cx="2103120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19659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4  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4" y="260604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Builds 1-page sheet + interactive quiz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98864" y="2788920"/>
            <a:ext cx="146304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72016" y="196596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6" y="1965960"/>
            <a:ext cx="2103120" cy="5029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19659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5 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608" y="260604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Student revises, takes quiz, sees weak spots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434840"/>
            <a:ext cx="3361334" cy="329184"/>
          </a:xfrm>
          <a:prstGeom prst="round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34840"/>
            <a:ext cx="336133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TECH STACK (all free / low-cost tiers)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937760"/>
            <a:ext cx="2697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937760"/>
            <a:ext cx="73152" cy="9601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029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394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Next.js responsive web 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92424" y="4937760"/>
            <a:ext cx="2697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92424" y="4937760"/>
            <a:ext cx="73152" cy="9601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93592" y="5029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Parsing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3592" y="5394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PyPDF / python-pptx text extract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4768" y="4937760"/>
            <a:ext cx="2697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4768" y="4937760"/>
            <a:ext cx="73152" cy="96012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45936" y="5029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5394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Claude API — summary + quiz gen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97112" y="4937760"/>
            <a:ext cx="2697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97112" y="4937760"/>
            <a:ext cx="73152" cy="9601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5029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5394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Supabase free tier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5A · HOW WE BUILD IT — BUILD PLAN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Six build steps + who does 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1931212" cy="329184"/>
          </a:xfrm>
          <a:prstGeom prst="round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9312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BUILD STEPS (SPRINTS)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86000"/>
            <a:ext cx="502920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450592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1130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77440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Collect sample lecture decks; define what 'a key point' means.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54680"/>
            <a:ext cx="502920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319272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319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1130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46120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Build the upload page + text-extraction from PDF/PPT.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502920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4187952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18795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1130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14800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Engineer &amp; tune AI prompts for summary + quiz quality.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286000"/>
            <a:ext cx="502920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91072" y="2450592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4505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1130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Design the 1-page revision sheet + interactive quiz UI.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154680"/>
            <a:ext cx="502920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91072" y="3319272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3319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1130"/>
                </a:solidFill>
                <a:latin typeface="Segoe UI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46120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Integrate, then test with real students before a real exam.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023360"/>
            <a:ext cx="502920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91072" y="4187952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418795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1130"/>
                </a:solidFill>
                <a:latin typeface="Segoe UI Semi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114800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Fix from feedback, polish, and launch to the class.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074920"/>
            <a:ext cx="1005839" cy="329184"/>
          </a:xfrm>
          <a:prstGeom prst="round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074920"/>
            <a:ext cx="100583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TEAM ROLES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532120"/>
            <a:ext cx="3456432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5532120"/>
            <a:ext cx="73152" cy="77724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5605272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Aisyatun Nabiha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943600"/>
            <a:ext cx="3090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Project lead · content &amp; UX design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52544" y="5532120"/>
            <a:ext cx="3456432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52544" y="5532120"/>
            <a:ext cx="73152" cy="777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3712" y="5605272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Ahli Kumpulan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5943600"/>
            <a:ext cx="3090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AI prompts · quiz logic · testing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82128" y="5532120"/>
            <a:ext cx="3456432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82128" y="5532120"/>
            <a:ext cx="73152" cy="7772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83296" y="5605272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Ahli Kumpulan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3296" y="5943600"/>
            <a:ext cx="3090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Frontend build ·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5A · STORYBOARD WITH DESCRIPTIONS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How a student experiences SlideToStudy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338328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1 · Overwhelmed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95728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Night before the exam — a 62-slide lecture PDF, no idea where to start.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3383280" cy="4572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2 ·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95728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Student drags the lecture file into SlideToStudy. One button.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82880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828800"/>
            <a:ext cx="3383280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8288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3 · AI reads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395728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The engine extracts every slide and finds the key concepts &amp; definitions.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31919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931919"/>
            <a:ext cx="3383280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3191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4 · Revision 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498847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Out comes a clean 1-page summary — key terms highlighted, jargon explained.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931919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931919"/>
            <a:ext cx="3383280" cy="4572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93191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5 · Quiz yourself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498847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Auto-generated MCQs + flashcards let the student test real recall.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931919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3931919"/>
            <a:ext cx="3383280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93191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6 · Focus &amp; ace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498847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Results flag weak topics to revise — study time spent where it counts.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5B · RECOMMENDATIONS FOR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Peer evaluation drives the next iteration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74519"/>
          <a:ext cx="10515598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8517"/>
                <a:gridCol w="4123764"/>
                <a:gridCol w="1443317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Feedback from testers / peers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Action taken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Status</a:t>
                      </a:r>
                    </a:p>
                  </a:txBody>
                  <a:tcPr marL="91440" marR="91440" marT="36576" marB="36576" anchor="ctr">
                    <a:solidFill>
                      <a:srgbClr val="0E11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Summary missed a key formula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Tuned prompt to keep equations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Quiz questions too easy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Added difficulty levels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Wanted flashcard export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Added export to Anki/Quizlet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Slow on huge (100+) decks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Added chunked processing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91440" marR="91440" marT="36576" marB="36576" anchor="ctr">
                    <a:solidFill>
                      <a:srgbClr val="ECEC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Asked for BM-language output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Added BM summary option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Peer evaluation method:  </a:t>
            </a:r>
            <a:r>
              <a:rPr sz="1300" b="0">
                <a:solidFill>
                  <a:srgbClr val="64748B"/>
                </a:solidFill>
                <a:latin typeface="Segoe UI"/>
              </a:rPr>
              <a:t>each team member + 8 student testers used SlideToStudy on a real lecture, then rated accuracy, speed, and usefulness (1–5). Lowest scores became the backlog above.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B7CFF"/>
                </a:solidFill>
                <a:latin typeface="Segoe UI Semibold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How SlideToStudy applies the AMPLIFY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92808"/>
            <a:ext cx="438912" cy="438912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288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2880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Define the cramming / slide-overload problem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450592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2514600"/>
            <a:ext cx="438912" cy="43891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1460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450592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5059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Review study tools; find the 'auto'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072384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136392"/>
            <a:ext cx="438912" cy="438912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36392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072384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Picture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072384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Ideate features; pick summary + quiz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694176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3758184"/>
            <a:ext cx="438912" cy="43891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5818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694176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Layout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694176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Build the upload→summary→quiz 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315968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4379976"/>
            <a:ext cx="438912" cy="438912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7997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315968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Iterate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315968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Test with students; peer-evaluation loop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937760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4400" y="5001768"/>
            <a:ext cx="438912" cy="43891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00176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93776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Finalise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93776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Ship the study kit, report &amp; presentation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559552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5623560"/>
            <a:ext cx="438912" cy="438912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62356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5559552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Yield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55955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Sustainability, commercialisation &amp; future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5C · 5D · CONCLUSION &amp; DOCUMENTATION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E293B"/>
                </a:solidFill>
                <a:latin typeface="Segoe UI Semibold"/>
              </a:rPr>
              <a:t>Wrap-up, recommendations &amp;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SlideToStudy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1206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73152" cy="402336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66344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c · Conclusion &amp; recommendations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SlideToStudy turns slide overload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into a focused, testable study kit 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saving time and boosting recall.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Recommendations for delivery: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Pilot in one UM course next sem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Add spaced-repetition reminders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Integrate with the campus LMS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Track grade &amp; stress improvements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0749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73152" cy="40233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93392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d · Documentation (group meetings)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Meeting log kept in e-portfolio: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M1 (Wk1): scope + roles assigned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M2 (Wk4): tech review + gap table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M3 (Wk7): build pipeline agreed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M4 (Wk10): test results reviewed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M5 (Wk13): report + slides sign-off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Each entry: date · attendees · decisions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Segoe UI Semibold"/>
              </a:rPr>
              <a:t>Terima kasih.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D399"/>
                </a:solidFill>
                <a:latin typeface="Segoe UI"/>
              </a:rPr>
              <a:t>SlideToStudy — study smart, not all night.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DD2EC"/>
                </a:solidFill>
                <a:latin typeface="Segoe UI"/>
              </a:rPr>
              <a:t>Aisyatun Nabiha  ·  Ahli Kumpulan 2  ·  Ahli Kumpulan 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GFP 009 Digital Creativity  ·  Universiti Malaya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